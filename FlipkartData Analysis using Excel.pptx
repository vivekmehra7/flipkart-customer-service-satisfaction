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Mehra" userId="6f756132ac48ecc6" providerId="LiveId" clId="{CCCF38E3-2C08-4179-B058-B3A019578E73}"/>
    <pc:docChg chg="modSld">
      <pc:chgData name="Vivek Mehra" userId="6f756132ac48ecc6" providerId="LiveId" clId="{CCCF38E3-2C08-4179-B058-B3A019578E73}" dt="2026-10-09T17:46:30.511" v="0" actId="20577"/>
      <pc:docMkLst>
        <pc:docMk/>
      </pc:docMkLst>
      <pc:sldChg chg="modSp mod">
        <pc:chgData name="Vivek Mehra" userId="6f756132ac48ecc6" providerId="LiveId" clId="{CCCF38E3-2C08-4179-B058-B3A019578E73}" dt="2026-10-09T17:46:30.511" v="0" actId="20577"/>
        <pc:sldMkLst>
          <pc:docMk/>
          <pc:sldMk cId="2589372350" sldId="256"/>
        </pc:sldMkLst>
        <pc:spChg chg="mod">
          <ac:chgData name="Vivek Mehra" userId="6f756132ac48ecc6" providerId="LiveId" clId="{CCCF38E3-2C08-4179-B058-B3A019578E73}" dt="2026-10-09T17:46:30.511" v="0" actId="20577"/>
          <ac:spMkLst>
            <pc:docMk/>
            <pc:sldMk cId="2589372350" sldId="256"/>
            <ac:spMk id="2" creationId="{72412377-70DD-2978-2081-D3114E3691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11DA-90B7-AA50-FA6B-7D8388D9E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B9112-6784-604A-5E8F-807C33F20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7D065-3E24-BB4B-E131-DEBF3C0A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7E0D1-4B30-BE01-16E5-6B387AAF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07C63-C78A-0209-128A-E3A38287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7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1E97-0F3E-DE8C-C463-D6C678B2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CF8C3-ED94-3149-B3B8-257371210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6BD55-26DF-812E-0EFB-804F9D4E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1BD92-6426-2718-0E5E-6096E062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88798-1E67-B6AE-083A-43EC15C9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E4D2F-DBE7-0D55-A587-9B167311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72E8F-331C-F18B-63C6-B9DD7341D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29071-CB06-9CB3-6B8B-FA137BFF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FF9E-4226-3FCA-F387-7316533E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231F-5800-CA93-72BD-5F555F60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92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CDDC-6D2A-77F2-A479-B2D62B40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6A4D-63FE-DB46-F36C-FFEEC4920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0A031-C15C-EAD5-7EA9-CFA9297A9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D020F-282F-5CE5-1CDA-F29F9139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1E30E-AA7F-A779-82DF-ADC8A389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953D7-D8D2-4DE8-65A7-01043259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51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4DD4-9A96-CD57-E87A-69343FB3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E6759-36E0-A813-FD83-1E56A11E1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564BF-46F5-8E36-F3C7-F175198D2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8C2EF-2888-2BF7-4D76-1F88957F0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C57B2-EF31-4313-516B-E3DA003E6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C3F19-0335-3BB6-B77A-AB3E015D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FFA5D-BFAE-91AD-F78D-DC0360FC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50EAC-F4AA-9521-66E2-C86253EA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7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C429-475E-A779-EF19-2D01536C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C88E9-A8AB-D818-2DB4-06F3ECA8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86423-6DC0-B5E9-729A-725B8041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192D3-B7EF-7DD7-6556-5FF40C21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1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E2C7A-8140-83D6-62F7-E73B7247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596011-7724-0842-AA4E-2B4BE0D7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8FAAB-0293-F790-4D20-A4C1AFF9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0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D438-E3DF-EAA7-AA9E-4126773D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F91DB-35EB-05AF-5B07-DF76EA0F7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26183-E928-0FAD-0433-AF22D2BE3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766C1-1664-58B7-4E76-E5F49C96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91278-C7C0-130C-4DDD-4CD00CAB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AA444-DF26-6BEB-A164-BE3405F5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758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071B-7C58-8577-1AD4-6B09CDC18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6AD8B-8310-9A66-3698-D51626498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8DD18-5343-23FD-DC65-7B125D3C3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C232B-6AE5-7890-933C-CBB3FD4C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BFCE7-D46E-C23E-F645-15CB5F2A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3739F-5065-70F8-0F75-3DBB5839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28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2D11-55F4-36D6-308D-C460BD7FC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30BA4-3CDC-ABC8-0E7B-8C4D689A3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CA4C4-B028-5BB8-CFCA-BAE46CFE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A0F09-3D85-4997-9318-4E2374FE9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70F8B-CAE7-BD8C-1C74-7FBE839A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81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DA379-244A-78F5-F946-B50681919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D56AE-4CD9-03E9-944D-BBF43B8EF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177CF-BF8A-BDF9-7D99-B00A6CF2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E552D-3EE6-E949-13C1-E116E459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14F4-2D14-0AA6-F38A-3082598D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77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1D40C-E20C-6AD4-CD8F-F0A603C1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A1D3A-3D56-4E6A-BC0D-5B120D708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892B1-1705-568B-17D9-05E6A3B89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678D1-5AC2-4089-9CE7-AF1933B1491B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8BC12-28DA-F8A0-5C57-B44F138BA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7A0D4-03EE-29C3-15A1-AB4E90A6D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4ED01-549D-44D8-B230-E33BB93FC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02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2377-70DD-2978-2081-D3114E369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Flipkart Data </a:t>
            </a:r>
            <a:r>
              <a:rPr lang="en-IN" dirty="0"/>
              <a:t>Analysis using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DC31-7BBF-83F1-5A2A-B0CE50F5C6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Milestone 3</a:t>
            </a:r>
          </a:p>
        </p:txBody>
      </p:sp>
    </p:spTree>
    <p:extLst>
      <p:ext uri="{BB962C8B-B14F-4D97-AF65-F5344CB8AC3E}">
        <p14:creationId xmlns:p14="http://schemas.microsoft.com/office/powerpoint/2010/main" val="258937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Flipkart Data Analysis using 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Mehra</dc:creator>
  <cp:lastModifiedBy>Vivek Mehra</cp:lastModifiedBy>
  <cp:revision>1</cp:revision>
  <dcterms:created xsi:type="dcterms:W3CDTF">2026-10-09T17:46:18Z</dcterms:created>
  <dcterms:modified xsi:type="dcterms:W3CDTF">2026-10-09T17:46:32Z</dcterms:modified>
</cp:coreProperties>
</file>